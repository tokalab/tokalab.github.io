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6AE8FB-317B-4CA9-AF71-FE7B0F9856AB}" v="1" dt="2026-01-30T14:54:31.0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3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Rossi" userId="cfd7839ca6e772a1" providerId="LiveId" clId="{0E3C05C9-8BC9-4930-92EB-EEBFDADE429C}"/>
    <pc:docChg chg="modSld">
      <pc:chgData name="Riccardo Rossi" userId="cfd7839ca6e772a1" providerId="LiveId" clId="{0E3C05C9-8BC9-4930-92EB-EEBFDADE429C}" dt="2026-01-30T14:54:43.233" v="7" actId="18131"/>
      <pc:docMkLst>
        <pc:docMk/>
      </pc:docMkLst>
      <pc:sldChg chg="addSp modSp mod">
        <pc:chgData name="Riccardo Rossi" userId="cfd7839ca6e772a1" providerId="LiveId" clId="{0E3C05C9-8BC9-4930-92EB-EEBFDADE429C}" dt="2026-01-30T14:54:43.233" v="7" actId="18131"/>
        <pc:sldMkLst>
          <pc:docMk/>
          <pc:sldMk cId="2737682636" sldId="258"/>
        </pc:sldMkLst>
        <pc:picChg chg="add mod modCrop">
          <ac:chgData name="Riccardo Rossi" userId="cfd7839ca6e772a1" providerId="LiveId" clId="{0E3C05C9-8BC9-4930-92EB-EEBFDADE429C}" dt="2026-01-30T14:54:43.233" v="7" actId="18131"/>
          <ac:picMkLst>
            <pc:docMk/>
            <pc:sldMk cId="2737682636" sldId="258"/>
            <ac:picMk id="3" creationId="{C8C36F16-0A87-5BE5-8139-652A3D81F5A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ADEB3-9E52-9883-E3F1-D9AC5E818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55593-F5EB-78A9-D0BB-A0EF5C38C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3F78D-0B88-B387-6726-3FE5FC142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AE97-D70D-4444-B394-71D89A4AA8B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20861-F02B-1DDB-D6B3-CA5562278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DCAD7-ED9F-BE3C-325B-84EF2A45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28C8-52E1-4728-9E6A-FA773EDB5B8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8802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2F140-421A-1559-D814-CA7C3D3B6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3FCC2-0963-EB49-A45F-D04722C71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C733C-95B7-1105-7554-4BE10CA75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AE97-D70D-4444-B394-71D89A4AA8B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E09A1-93C1-1CCD-864B-3228A2FA3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F3B12-18D8-9779-8C04-99A68EC02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28C8-52E1-4728-9E6A-FA773EDB5B8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2940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2D736-5CC9-FEF5-5841-3B0BA8B89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3C130-6FCE-6180-0C48-EA0B4393A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E6B63-5126-4DAC-3713-F90C0B050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AE97-D70D-4444-B394-71D89A4AA8B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719C6-CCE3-E9DE-7847-99EA5EE70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7E8C5-AF93-C096-D710-78D82747E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28C8-52E1-4728-9E6A-FA773EDB5B8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055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AA44E-E212-ADDE-62C4-050B51020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8FCA9-5106-C844-B6BA-ADC09B06C6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576442-E2FF-93B7-20C5-13D18B017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B34064-E3FD-8D8F-0553-DAD796980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AE97-D70D-4444-B394-71D89A4AA8B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58423-6851-9E24-DDFD-CD5F83551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2AC9C-9021-894D-936A-5EDAD370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28C8-52E1-4728-9E6A-FA773EDB5B8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0008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AD0BD-85C5-E605-31A8-428A79BE7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31FEF-4DD1-A9CD-D8C7-830935E67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97285-4772-CA9E-8A09-A948B66A0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D7BB07-AE84-04DA-22F5-C912AF063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5CBE5-93EE-706E-BA95-A632435E8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58EE67-FD05-3ED1-2188-325683841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AE97-D70D-4444-B394-71D89A4AA8B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BDE26F-AE7E-7E40-E9CE-21E7C21B5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D8A8B6-5F34-B615-272A-BA9BDEBC7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28C8-52E1-4728-9E6A-FA773EDB5B8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8589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761B7-1CEB-0A47-6A83-4815182D9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DDBE70-ABEE-A9F4-A97A-82C0FC07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AE97-D70D-4444-B394-71D89A4AA8B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3B1B1-3694-1C0B-0DB2-F498643F4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09A105-02D8-0924-4F24-8F7615A37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28C8-52E1-4728-9E6A-FA773EDB5B8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359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E7DBC4-B38F-EB9D-0441-1934CDA2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AE97-D70D-4444-B394-71D89A4AA8B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98BBB0-1D0D-42ED-E45D-A89322CC6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0A082-C5C1-D9E8-8F13-560B04C7E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28C8-52E1-4728-9E6A-FA773EDB5B8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932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E4B68-78D2-0807-0EFA-730F14D6B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9A6A4-66E1-0717-F7EF-E862BC63B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81E67-BC3B-422F-F9A6-8364DDEFD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BBB84-19B1-2640-130B-720B2991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AE97-D70D-4444-B394-71D89A4AA8B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1F1E2-3BB3-E43B-7CCA-B120BF6A0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CCC19-9733-041C-0DCC-76F4081A0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28C8-52E1-4728-9E6A-FA773EDB5B8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5883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8A942-2AB1-C18A-9FF5-73F7E670E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991C3E-1B30-FAD3-C170-81C338D330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264A7D-754E-7195-90E9-020974C44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85312-E16B-89AC-28FC-957DAD9DE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AE97-D70D-4444-B394-71D89A4AA8B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79A7C-5F71-671D-F190-68B8E27D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DDE88-3C38-868A-AEA5-51043BFDD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28C8-52E1-4728-9E6A-FA773EDB5B8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3208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641B9-D5C3-5406-CF13-D0BA1AD16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12BDF7-08C9-B731-B2E8-C99298D3B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89688-B3DF-7735-4AE6-DB5A9787F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AE97-D70D-4444-B394-71D89A4AA8B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29F7E-4916-65D2-517B-EBAA25D37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4B6AA-53A6-DA28-25C0-C11519FE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28C8-52E1-4728-9E6A-FA773EDB5B8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9293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1B1358-1042-E331-E661-483B5EE4FA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9D8DD-88CA-3875-A6A8-A8CA2A850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498CB-5EE5-31C5-D163-438C837DF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AE97-D70D-4444-B394-71D89A4AA8B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34212-8AB6-6BA3-C131-981DCDF32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DC31-F294-B91D-6F59-307E3318E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28C8-52E1-4728-9E6A-FA773EDB5B8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0759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F523A6-AC51-722A-3159-7D5F6281D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FA0CC-C0B3-2E15-CFC7-51283EABB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27C4D-E311-3D40-BBEC-452EC37F85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8BAE97-D70D-4444-B394-71D89A4AA8B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6EBCD-9BA7-EF33-E1D9-4768C8048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9C620-4B12-7C0E-01ED-FCAF54B02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A528C8-52E1-4728-9E6A-FA773EDB5B8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1573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graph and a diagram of a graph&#10;&#10;AI-generated content may be incorrect.">
            <a:extLst>
              <a:ext uri="{FF2B5EF4-FFF2-40B4-BE49-F238E27FC236}">
                <a16:creationId xmlns:a16="http://schemas.microsoft.com/office/drawing/2014/main" id="{C5C1A555-41AD-329D-7D83-5EE7E4948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53" t="22800" r="65102" b="26335"/>
          <a:stretch/>
        </p:blipFill>
        <p:spPr>
          <a:xfrm>
            <a:off x="533400" y="772885"/>
            <a:ext cx="2960915" cy="507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866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images of different colors&#10;&#10;AI-generated content may be incorrect.">
            <a:extLst>
              <a:ext uri="{FF2B5EF4-FFF2-40B4-BE49-F238E27FC236}">
                <a16:creationId xmlns:a16="http://schemas.microsoft.com/office/drawing/2014/main" id="{36FD1138-0FEE-979C-B6EE-BC0646E41A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96" t="9150" r="61813" b="59853"/>
          <a:stretch/>
        </p:blipFill>
        <p:spPr>
          <a:xfrm>
            <a:off x="1338943" y="408424"/>
            <a:ext cx="3516086" cy="604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32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blu, Blu elettrico, arte&#10;&#10;Il contenuto generato dall'IA potrebbe non essere corretto.">
            <a:extLst>
              <a:ext uri="{FF2B5EF4-FFF2-40B4-BE49-F238E27FC236}">
                <a16:creationId xmlns:a16="http://schemas.microsoft.com/office/drawing/2014/main" id="{C8C36F16-0A87-5BE5-8139-652A3D81F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25" t="9333" b="16889"/>
          <a:stretch>
            <a:fillRect/>
          </a:stretch>
        </p:blipFill>
        <p:spPr>
          <a:xfrm>
            <a:off x="6842760" y="883920"/>
            <a:ext cx="5349240" cy="505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682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riccardo rossi</dc:creator>
  <cp:lastModifiedBy>riccardo rossi</cp:lastModifiedBy>
  <cp:revision>1</cp:revision>
  <dcterms:created xsi:type="dcterms:W3CDTF">2025-04-13T12:14:13Z</dcterms:created>
  <dcterms:modified xsi:type="dcterms:W3CDTF">2026-01-30T14:54:49Z</dcterms:modified>
</cp:coreProperties>
</file>